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balaji" userId="9c30f07a5bc7b4a9" providerId="LiveId" clId="{2ABABEA2-7202-4278-8AF1-0F42C073BA46}"/>
    <pc:docChg chg="undo custSel addSld delSld modSld">
      <pc:chgData name="A balaji" userId="9c30f07a5bc7b4a9" providerId="LiveId" clId="{2ABABEA2-7202-4278-8AF1-0F42C073BA46}" dt="2026-03-11T17:21:20.265" v="112" actId="1076"/>
      <pc:docMkLst>
        <pc:docMk/>
      </pc:docMkLst>
      <pc:sldChg chg="addSp modSp mod">
        <pc:chgData name="A balaji" userId="9c30f07a5bc7b4a9" providerId="LiveId" clId="{2ABABEA2-7202-4278-8AF1-0F42C073BA46}" dt="2026-03-11T16:40:47.043" v="4" actId="1076"/>
        <pc:sldMkLst>
          <pc:docMk/>
          <pc:sldMk cId="4281026088" sldId="256"/>
        </pc:sldMkLst>
        <pc:picChg chg="add mod modCrop">
          <ac:chgData name="A balaji" userId="9c30f07a5bc7b4a9" providerId="LiveId" clId="{2ABABEA2-7202-4278-8AF1-0F42C073BA46}" dt="2026-03-11T16:40:47.043" v="4" actId="1076"/>
          <ac:picMkLst>
            <pc:docMk/>
            <pc:sldMk cId="4281026088" sldId="256"/>
            <ac:picMk id="5" creationId="{19261895-42B8-753E-754A-6DCE9479B4F2}"/>
          </ac:picMkLst>
        </pc:picChg>
      </pc:sldChg>
      <pc:sldChg chg="addSp delSp modSp new mod">
        <pc:chgData name="A balaji" userId="9c30f07a5bc7b4a9" providerId="LiveId" clId="{2ABABEA2-7202-4278-8AF1-0F42C073BA46}" dt="2026-03-11T16:41:34.125" v="10" actId="1076"/>
        <pc:sldMkLst>
          <pc:docMk/>
          <pc:sldMk cId="3061122762" sldId="257"/>
        </pc:sldMkLst>
        <pc:spChg chg="del">
          <ac:chgData name="A balaji" userId="9c30f07a5bc7b4a9" providerId="LiveId" clId="{2ABABEA2-7202-4278-8AF1-0F42C073BA46}" dt="2026-03-11T16:40:55.952" v="6" actId="931"/>
          <ac:spMkLst>
            <pc:docMk/>
            <pc:sldMk cId="3061122762" sldId="257"/>
            <ac:spMk id="3" creationId="{E5750021-ABBE-1BC1-48F4-9D60FEA4ED98}"/>
          </ac:spMkLst>
        </pc:spChg>
        <pc:picChg chg="add mod ord modCrop">
          <ac:chgData name="A balaji" userId="9c30f07a5bc7b4a9" providerId="LiveId" clId="{2ABABEA2-7202-4278-8AF1-0F42C073BA46}" dt="2026-03-11T16:41:34.125" v="10" actId="1076"/>
          <ac:picMkLst>
            <pc:docMk/>
            <pc:sldMk cId="3061122762" sldId="257"/>
            <ac:picMk id="5" creationId="{2758034C-DE79-A33C-104F-C62AE3BEB798}"/>
          </ac:picMkLst>
        </pc:picChg>
      </pc:sldChg>
      <pc:sldChg chg="addSp delSp modSp new mod">
        <pc:chgData name="A balaji" userId="9c30f07a5bc7b4a9" providerId="LiveId" clId="{2ABABEA2-7202-4278-8AF1-0F42C073BA46}" dt="2026-03-11T16:41:59.187" v="16" actId="1076"/>
        <pc:sldMkLst>
          <pc:docMk/>
          <pc:sldMk cId="2197239631" sldId="258"/>
        </pc:sldMkLst>
        <pc:spChg chg="del">
          <ac:chgData name="A balaji" userId="9c30f07a5bc7b4a9" providerId="LiveId" clId="{2ABABEA2-7202-4278-8AF1-0F42C073BA46}" dt="2026-03-11T16:41:42.713" v="12" actId="931"/>
          <ac:spMkLst>
            <pc:docMk/>
            <pc:sldMk cId="2197239631" sldId="258"/>
            <ac:spMk id="3" creationId="{F8C75F09-CA74-BCEB-A6D9-F8D6A08D7D61}"/>
          </ac:spMkLst>
        </pc:spChg>
        <pc:picChg chg="add mod ord modCrop">
          <ac:chgData name="A balaji" userId="9c30f07a5bc7b4a9" providerId="LiveId" clId="{2ABABEA2-7202-4278-8AF1-0F42C073BA46}" dt="2026-03-11T16:41:59.187" v="16" actId="1076"/>
          <ac:picMkLst>
            <pc:docMk/>
            <pc:sldMk cId="2197239631" sldId="258"/>
            <ac:picMk id="5" creationId="{1D7C875F-0B64-B4AD-6BBD-0EB0E961F773}"/>
          </ac:picMkLst>
        </pc:picChg>
      </pc:sldChg>
      <pc:sldChg chg="addSp delSp modSp new del mod">
        <pc:chgData name="A balaji" userId="9c30f07a5bc7b4a9" providerId="LiveId" clId="{2ABABEA2-7202-4278-8AF1-0F42C073BA46}" dt="2026-03-11T16:44:26.790" v="58" actId="680"/>
        <pc:sldMkLst>
          <pc:docMk/>
          <pc:sldMk cId="2436996852" sldId="259"/>
        </pc:sldMkLst>
        <pc:spChg chg="add del">
          <ac:chgData name="A balaji" userId="9c30f07a5bc7b4a9" providerId="LiveId" clId="{2ABABEA2-7202-4278-8AF1-0F42C073BA46}" dt="2026-03-11T16:44:26.316" v="57" actId="931"/>
          <ac:spMkLst>
            <pc:docMk/>
            <pc:sldMk cId="2436996852" sldId="259"/>
            <ac:spMk id="3" creationId="{5B0471BB-54B5-2450-B02D-2FBDBEED9659}"/>
          </ac:spMkLst>
        </pc:spChg>
        <pc:picChg chg="add del mod ord modCrop">
          <ac:chgData name="A balaji" userId="9c30f07a5bc7b4a9" providerId="LiveId" clId="{2ABABEA2-7202-4278-8AF1-0F42C073BA46}" dt="2026-03-11T16:44:26.316" v="57" actId="931"/>
          <ac:picMkLst>
            <pc:docMk/>
            <pc:sldMk cId="2436996852" sldId="259"/>
            <ac:picMk id="5" creationId="{EACE8EA8-F401-9EF5-0DB0-0A44BD9DC0E9}"/>
          </ac:picMkLst>
        </pc:picChg>
      </pc:sldChg>
      <pc:sldChg chg="addSp delSp modSp new mod">
        <pc:chgData name="A balaji" userId="9c30f07a5bc7b4a9" providerId="LiveId" clId="{2ABABEA2-7202-4278-8AF1-0F42C073BA46}" dt="2026-03-11T17:21:20.265" v="112" actId="1076"/>
        <pc:sldMkLst>
          <pc:docMk/>
          <pc:sldMk cId="2734988383" sldId="259"/>
        </pc:sldMkLst>
        <pc:spChg chg="del">
          <ac:chgData name="A balaji" userId="9c30f07a5bc7b4a9" providerId="LiveId" clId="{2ABABEA2-7202-4278-8AF1-0F42C073BA46}" dt="2026-03-11T16:44:41.016" v="60" actId="931"/>
          <ac:spMkLst>
            <pc:docMk/>
            <pc:sldMk cId="2734988383" sldId="259"/>
            <ac:spMk id="3" creationId="{14C08441-62A6-54AE-FB0E-D833ABD7C3F9}"/>
          </ac:spMkLst>
        </pc:spChg>
        <pc:picChg chg="add mod modCrop">
          <ac:chgData name="A balaji" userId="9c30f07a5bc7b4a9" providerId="LiveId" clId="{2ABABEA2-7202-4278-8AF1-0F42C073BA46}" dt="2026-03-11T17:21:20.265" v="112" actId="1076"/>
          <ac:picMkLst>
            <pc:docMk/>
            <pc:sldMk cId="2734988383" sldId="259"/>
            <ac:picMk id="4" creationId="{94C88781-8A4E-32FD-8298-1C36851D802B}"/>
          </ac:picMkLst>
        </pc:picChg>
        <pc:picChg chg="add mod ord modCrop">
          <ac:chgData name="A balaji" userId="9c30f07a5bc7b4a9" providerId="LiveId" clId="{2ABABEA2-7202-4278-8AF1-0F42C073BA46}" dt="2026-03-11T16:44:55.634" v="64" actId="1076"/>
          <ac:picMkLst>
            <pc:docMk/>
            <pc:sldMk cId="2734988383" sldId="259"/>
            <ac:picMk id="5" creationId="{B66A9D05-3835-27B2-7EDF-215E376DF489}"/>
          </ac:picMkLst>
        </pc:picChg>
      </pc:sldChg>
      <pc:sldChg chg="addSp delSp modSp new mod">
        <pc:chgData name="A balaji" userId="9c30f07a5bc7b4a9" providerId="LiveId" clId="{2ABABEA2-7202-4278-8AF1-0F42C073BA46}" dt="2026-03-11T16:45:19.660" v="70" actId="1076"/>
        <pc:sldMkLst>
          <pc:docMk/>
          <pc:sldMk cId="464157463" sldId="260"/>
        </pc:sldMkLst>
        <pc:spChg chg="del">
          <ac:chgData name="A balaji" userId="9c30f07a5bc7b4a9" providerId="LiveId" clId="{2ABABEA2-7202-4278-8AF1-0F42C073BA46}" dt="2026-03-11T16:45:05.429" v="66" actId="931"/>
          <ac:spMkLst>
            <pc:docMk/>
            <pc:sldMk cId="464157463" sldId="260"/>
            <ac:spMk id="3" creationId="{54372374-1CA7-3301-3617-CD93A01AF014}"/>
          </ac:spMkLst>
        </pc:spChg>
        <pc:picChg chg="add mod ord modCrop">
          <ac:chgData name="A balaji" userId="9c30f07a5bc7b4a9" providerId="LiveId" clId="{2ABABEA2-7202-4278-8AF1-0F42C073BA46}" dt="2026-03-11T16:45:19.660" v="70" actId="1076"/>
          <ac:picMkLst>
            <pc:docMk/>
            <pc:sldMk cId="464157463" sldId="260"/>
            <ac:picMk id="5" creationId="{F9015D45-4979-6ACF-5EEF-570F7F1AAA69}"/>
          </ac:picMkLst>
        </pc:picChg>
      </pc:sldChg>
      <pc:sldChg chg="addSp delSp modSp new del mod">
        <pc:chgData name="A balaji" userId="9c30f07a5bc7b4a9" providerId="LiveId" clId="{2ABABEA2-7202-4278-8AF1-0F42C073BA46}" dt="2026-03-11T16:44:21.746" v="52" actId="680"/>
        <pc:sldMkLst>
          <pc:docMk/>
          <pc:sldMk cId="2551403024" sldId="260"/>
        </pc:sldMkLst>
        <pc:spChg chg="add del">
          <ac:chgData name="A balaji" userId="9c30f07a5bc7b4a9" providerId="LiveId" clId="{2ABABEA2-7202-4278-8AF1-0F42C073BA46}" dt="2026-03-11T16:44:21.585" v="51" actId="931"/>
          <ac:spMkLst>
            <pc:docMk/>
            <pc:sldMk cId="2551403024" sldId="260"/>
            <ac:spMk id="3" creationId="{9DC633C0-3789-D2B5-9792-8642EF380593}"/>
          </ac:spMkLst>
        </pc:spChg>
        <pc:picChg chg="add del mod ord modCrop">
          <ac:chgData name="A balaji" userId="9c30f07a5bc7b4a9" providerId="LiveId" clId="{2ABABEA2-7202-4278-8AF1-0F42C073BA46}" dt="2026-03-11T16:44:21.585" v="51" actId="931"/>
          <ac:picMkLst>
            <pc:docMk/>
            <pc:sldMk cId="2551403024" sldId="260"/>
            <ac:picMk id="5" creationId="{B6D9C717-FC25-8384-3484-EF0ACAFAF22F}"/>
          </ac:picMkLst>
        </pc:picChg>
      </pc:sldChg>
      <pc:sldChg chg="addSp delSp modSp new mod">
        <pc:chgData name="A balaji" userId="9c30f07a5bc7b4a9" providerId="LiveId" clId="{2ABABEA2-7202-4278-8AF1-0F42C073BA46}" dt="2026-03-11T16:45:44.463" v="76" actId="1076"/>
        <pc:sldMkLst>
          <pc:docMk/>
          <pc:sldMk cId="2570787631" sldId="261"/>
        </pc:sldMkLst>
        <pc:spChg chg="del">
          <ac:chgData name="A balaji" userId="9c30f07a5bc7b4a9" providerId="LiveId" clId="{2ABABEA2-7202-4278-8AF1-0F42C073BA46}" dt="2026-03-11T16:45:29.162" v="72" actId="931"/>
          <ac:spMkLst>
            <pc:docMk/>
            <pc:sldMk cId="2570787631" sldId="261"/>
            <ac:spMk id="3" creationId="{A0D5F476-1376-527B-8A2F-C8696059B3E1}"/>
          </ac:spMkLst>
        </pc:spChg>
        <pc:picChg chg="add mod ord modCrop">
          <ac:chgData name="A balaji" userId="9c30f07a5bc7b4a9" providerId="LiveId" clId="{2ABABEA2-7202-4278-8AF1-0F42C073BA46}" dt="2026-03-11T16:45:44.463" v="76" actId="1076"/>
          <ac:picMkLst>
            <pc:docMk/>
            <pc:sldMk cId="2570787631" sldId="261"/>
            <ac:picMk id="5" creationId="{7D7A6D09-D5C8-469E-7A40-942B349F02EB}"/>
          </ac:picMkLst>
        </pc:picChg>
      </pc:sldChg>
      <pc:sldChg chg="addSp delSp modSp new del mod">
        <pc:chgData name="A balaji" userId="9c30f07a5bc7b4a9" providerId="LiveId" clId="{2ABABEA2-7202-4278-8AF1-0F42C073BA46}" dt="2026-03-11T16:44:18.918" v="46" actId="680"/>
        <pc:sldMkLst>
          <pc:docMk/>
          <pc:sldMk cId="3753910683" sldId="261"/>
        </pc:sldMkLst>
        <pc:spChg chg="add del">
          <ac:chgData name="A balaji" userId="9c30f07a5bc7b4a9" providerId="LiveId" clId="{2ABABEA2-7202-4278-8AF1-0F42C073BA46}" dt="2026-03-11T16:44:18.772" v="45" actId="931"/>
          <ac:spMkLst>
            <pc:docMk/>
            <pc:sldMk cId="3753910683" sldId="261"/>
            <ac:spMk id="3" creationId="{643D1F2A-26E0-0C19-A445-C2B689E0F9DD}"/>
          </ac:spMkLst>
        </pc:spChg>
        <pc:picChg chg="add del mod ord">
          <ac:chgData name="A balaji" userId="9c30f07a5bc7b4a9" providerId="LiveId" clId="{2ABABEA2-7202-4278-8AF1-0F42C073BA46}" dt="2026-03-11T16:43:08.422" v="33" actId="931"/>
          <ac:picMkLst>
            <pc:docMk/>
            <pc:sldMk cId="3753910683" sldId="261"/>
            <ac:picMk id="5" creationId="{B67D5763-D7ED-43F6-56CA-77308ECBDD8F}"/>
          </ac:picMkLst>
        </pc:picChg>
        <pc:picChg chg="add del mod ord modCrop">
          <ac:chgData name="A balaji" userId="9c30f07a5bc7b4a9" providerId="LiveId" clId="{2ABABEA2-7202-4278-8AF1-0F42C073BA46}" dt="2026-03-11T16:44:18.772" v="45" actId="931"/>
          <ac:picMkLst>
            <pc:docMk/>
            <pc:sldMk cId="3753910683" sldId="261"/>
            <ac:picMk id="7" creationId="{D9AAF14C-6358-AE71-DDC9-364CDEA90F3D}"/>
          </ac:picMkLst>
        </pc:picChg>
      </pc:sldChg>
      <pc:sldChg chg="new del">
        <pc:chgData name="A balaji" userId="9c30f07a5bc7b4a9" providerId="LiveId" clId="{2ABABEA2-7202-4278-8AF1-0F42C073BA46}" dt="2026-03-11T16:44:17.068" v="40" actId="680"/>
        <pc:sldMkLst>
          <pc:docMk/>
          <pc:sldMk cId="1460770697" sldId="262"/>
        </pc:sldMkLst>
      </pc:sldChg>
      <pc:sldChg chg="addSp delSp modSp new mod">
        <pc:chgData name="A balaji" userId="9c30f07a5bc7b4a9" providerId="LiveId" clId="{2ABABEA2-7202-4278-8AF1-0F42C073BA46}" dt="2026-03-11T16:46:14.530" v="84" actId="1076"/>
        <pc:sldMkLst>
          <pc:docMk/>
          <pc:sldMk cId="3146635079" sldId="262"/>
        </pc:sldMkLst>
        <pc:spChg chg="del">
          <ac:chgData name="A balaji" userId="9c30f07a5bc7b4a9" providerId="LiveId" clId="{2ABABEA2-7202-4278-8AF1-0F42C073BA46}" dt="2026-03-11T16:45:57.209" v="79" actId="931"/>
          <ac:spMkLst>
            <pc:docMk/>
            <pc:sldMk cId="3146635079" sldId="262"/>
            <ac:spMk id="3" creationId="{327A1B1D-6597-11E5-A9BA-43C4F5A5BB84}"/>
          </ac:spMkLst>
        </pc:spChg>
        <pc:picChg chg="add mod ord modCrop">
          <ac:chgData name="A balaji" userId="9c30f07a5bc7b4a9" providerId="LiveId" clId="{2ABABEA2-7202-4278-8AF1-0F42C073BA46}" dt="2026-03-11T16:46:14.530" v="84" actId="1076"/>
          <ac:picMkLst>
            <pc:docMk/>
            <pc:sldMk cId="3146635079" sldId="262"/>
            <ac:picMk id="5" creationId="{1E42692E-F8F2-9851-9257-B8ED531F0D03}"/>
          </ac:picMkLst>
        </pc:picChg>
      </pc:sldChg>
      <pc:sldChg chg="addSp delSp modSp new mod">
        <pc:chgData name="A balaji" userId="9c30f07a5bc7b4a9" providerId="LiveId" clId="{2ABABEA2-7202-4278-8AF1-0F42C073BA46}" dt="2026-03-11T16:47:06.397" v="95" actId="1076"/>
        <pc:sldMkLst>
          <pc:docMk/>
          <pc:sldMk cId="4009006234" sldId="263"/>
        </pc:sldMkLst>
        <pc:spChg chg="del">
          <ac:chgData name="A balaji" userId="9c30f07a5bc7b4a9" providerId="LiveId" clId="{2ABABEA2-7202-4278-8AF1-0F42C073BA46}" dt="2026-03-11T16:46:50.146" v="91" actId="931"/>
          <ac:spMkLst>
            <pc:docMk/>
            <pc:sldMk cId="4009006234" sldId="263"/>
            <ac:spMk id="3" creationId="{4D6577C4-E897-659A-E3E8-4FCE6699D327}"/>
          </ac:spMkLst>
        </pc:spChg>
        <pc:picChg chg="add mod ord modCrop">
          <ac:chgData name="A balaji" userId="9c30f07a5bc7b4a9" providerId="LiveId" clId="{2ABABEA2-7202-4278-8AF1-0F42C073BA46}" dt="2026-03-11T16:47:06.397" v="95" actId="1076"/>
          <ac:picMkLst>
            <pc:docMk/>
            <pc:sldMk cId="4009006234" sldId="263"/>
            <ac:picMk id="5" creationId="{DC37E4F2-E674-3482-B73D-D2FBE46C5F54}"/>
          </ac:picMkLst>
        </pc:picChg>
      </pc:sldChg>
      <pc:sldChg chg="addSp delSp modSp new mod">
        <pc:chgData name="A balaji" userId="9c30f07a5bc7b4a9" providerId="LiveId" clId="{2ABABEA2-7202-4278-8AF1-0F42C073BA46}" dt="2026-03-11T16:46:42.660" v="90" actId="1076"/>
        <pc:sldMkLst>
          <pc:docMk/>
          <pc:sldMk cId="3497326373" sldId="264"/>
        </pc:sldMkLst>
        <pc:spChg chg="del">
          <ac:chgData name="A balaji" userId="9c30f07a5bc7b4a9" providerId="LiveId" clId="{2ABABEA2-7202-4278-8AF1-0F42C073BA46}" dt="2026-03-11T16:46:24.263" v="86" actId="931"/>
          <ac:spMkLst>
            <pc:docMk/>
            <pc:sldMk cId="3497326373" sldId="264"/>
            <ac:spMk id="3" creationId="{16448CA6-EE94-6443-DE14-795BD829250A}"/>
          </ac:spMkLst>
        </pc:spChg>
        <pc:picChg chg="add mod ord modCrop">
          <ac:chgData name="A balaji" userId="9c30f07a5bc7b4a9" providerId="LiveId" clId="{2ABABEA2-7202-4278-8AF1-0F42C073BA46}" dt="2026-03-11T16:46:42.660" v="90" actId="1076"/>
          <ac:picMkLst>
            <pc:docMk/>
            <pc:sldMk cId="3497326373" sldId="264"/>
            <ac:picMk id="5" creationId="{DCCCB696-92DB-B0BE-945E-F39843AEB674}"/>
          </ac:picMkLst>
        </pc:picChg>
      </pc:sldChg>
      <pc:sldChg chg="addSp delSp modSp new mod">
        <pc:chgData name="A balaji" userId="9c30f07a5bc7b4a9" providerId="LiveId" clId="{2ABABEA2-7202-4278-8AF1-0F42C073BA46}" dt="2026-03-11T16:47:26.199" v="101" actId="1076"/>
        <pc:sldMkLst>
          <pc:docMk/>
          <pc:sldMk cId="2562181493" sldId="265"/>
        </pc:sldMkLst>
        <pc:spChg chg="del">
          <ac:chgData name="A balaji" userId="9c30f07a5bc7b4a9" providerId="LiveId" clId="{2ABABEA2-7202-4278-8AF1-0F42C073BA46}" dt="2026-03-11T16:47:13.407" v="97" actId="931"/>
          <ac:spMkLst>
            <pc:docMk/>
            <pc:sldMk cId="2562181493" sldId="265"/>
            <ac:spMk id="3" creationId="{F3117998-C9C8-6689-124E-B28B31AD37C6}"/>
          </ac:spMkLst>
        </pc:spChg>
        <pc:picChg chg="add mod ord modCrop">
          <ac:chgData name="A balaji" userId="9c30f07a5bc7b4a9" providerId="LiveId" clId="{2ABABEA2-7202-4278-8AF1-0F42C073BA46}" dt="2026-03-11T16:47:26.199" v="101" actId="1076"/>
          <ac:picMkLst>
            <pc:docMk/>
            <pc:sldMk cId="2562181493" sldId="265"/>
            <ac:picMk id="5" creationId="{F5803804-A76C-DB8B-36FE-E8FB1C9436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BDB2-B9CC-9363-7FF1-AC17741C7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BFDC9-5C1A-C305-79EE-FFF68042A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1D9B8-384C-3E77-38ED-4B938523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4E30-FDA3-36EF-BF89-576CFED7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334BF-24EC-945F-F59A-AE36CC48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29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98E4-FF96-5117-7EAD-10210D6E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32832-8A6D-281F-53B9-C5F4229E9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DAE63-AA52-2881-8477-17886C2C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31EB3-2420-95C8-1029-260D5489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DEA61-D6C9-D822-09E9-D07E664E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85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CA2F-2A23-8367-FAEF-94D1AB5B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47568-28EC-A33E-E95A-CAAEBAD18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52BF3-5515-9F2E-C891-E2BD1A7D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34D0C-886A-2656-36EA-D504EC5E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D11B2-FCDF-F3A1-8742-9D404ADB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16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0221-4158-EC6B-4281-0E07F126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352A0-6C09-3AAF-8DE4-9D0A048C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A908E-53A9-C830-954F-5D625980E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4E8BC-2FD0-B397-BA93-6A015676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F04C4-02C6-8DF7-48FB-86156143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5472C-7E20-AF37-FA13-663B5167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35D7-4942-8AF5-311D-E2508750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6C624-AADC-5BBA-F7DE-5FA0E35A9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16507-DFFD-982A-6C4D-FE7A01820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D0563-F383-55AB-C5F9-0C25AFA9E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DE2D8-3DCE-E33A-52D3-61C4126C4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0720D8-CFDF-289C-A53E-AD9CB6DF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D88A0-DD15-77E7-F27C-38B58BA9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74F2F-7177-D7FD-DA1C-569F2BF8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178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48F9-8BCD-6F22-9D12-32952B7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529D0-90CD-12A8-C8DF-EFE20568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E4308-0006-1CA7-423A-75C316F4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1AE60-5880-6D83-0F6B-4B628B9B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2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F9CCD-D472-E277-6711-F638769B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F0CF1-C89C-AC56-4998-5E3E9964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4A97D-654D-9CC7-9DFD-B1AD7FAB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10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59C3-6383-3B58-84C2-69AB7C38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2F92-7B44-5868-94E6-FAF8A5B9D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4FF82-C7E6-FFE6-F758-2A344E3C5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8A08E-7830-D45E-A670-83FFCF5A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17794-5214-E83D-FC37-96261133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EB3AD-FBD6-A22A-DC98-6E571519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2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910B-D63A-208D-BCC3-70FB291E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33379-677D-CEB7-B54F-8A0668489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EC5B2-E30C-5452-47E4-038650195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82C69-C914-ED12-87D1-6FC2B873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42DD0-2770-06DA-A963-C8622A41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3A6F4-E9CD-8B1A-37D1-4F5608EB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37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82E4-92A1-2FDD-8799-482DAA18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54EA4-159D-F321-D053-E4A871821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5CCEA-D8C3-6316-6497-772B60A72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B284-3E4C-F408-D010-82A29AEC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0885-2326-BD7E-4FE0-53052FF4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77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20D44-3FD0-D3BB-3FF3-EF0C8C61F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A4C84-DEE4-CFF2-62D2-F394D3B0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4239F-13BE-7AD7-8E05-746BBD90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04B8A-2840-35F6-5C64-A5B18CD6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A308D-92E0-728D-90D5-DE54F351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4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471F1-F75D-6FBB-C6EB-0AFA795D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2550-3F91-9AA7-14D3-8B0CBAE40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07AB0-A5B2-A772-8453-06DFFB85B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05590-F2F5-471E-A314-7F97BF118E1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F488B-25A0-96FD-BD43-D3AABCCAB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18D55-F47E-3E5B-A662-1FDF651D4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ECBEB-F7A7-4797-AC52-A27CB84BA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5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2002-D8E8-8285-618E-985DEACB4B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F1029-C99D-2D94-E5C3-081564A02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61895-42B8-753E-754A-6DCE9479B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3"/>
          <a:stretch>
            <a:fillRect/>
          </a:stretch>
        </p:blipFill>
        <p:spPr>
          <a:xfrm>
            <a:off x="0" y="154056"/>
            <a:ext cx="12192000" cy="654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2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F342-59F3-6B51-BA23-4B981B60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58034C-DE79-A33C-104F-C62AE3BEB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2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1142-2C90-7252-ACA9-CAB7BBDA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C875F-0B64-B4AD-6BBD-0EB0E961F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3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B650-C37D-3020-E649-DE1666E3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A9D05-3835-27B2-7EDF-215E376DF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C88781-8A4E-32FD-8298-1C36851D8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68"/>
          <a:stretch>
            <a:fillRect/>
          </a:stretch>
        </p:blipFill>
        <p:spPr>
          <a:xfrm>
            <a:off x="0" y="136921"/>
            <a:ext cx="12192000" cy="658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8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9ECB-CA36-C1C9-BE7A-BD91327F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015D45-4979-6ACF-5EEF-570F7F1AA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5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4D3B-1750-D8DB-9B92-32D3C729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A6D09-D5C8-469E-7A40-942B349F0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87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2714-4B98-EAC1-219C-4B271741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2692E-F8F2-9851-9257-B8ED531F0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3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DA10-4050-1CB5-1443-88350BEA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CCB696-92DB-B0BE-945E-F39843AEB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2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173E-5B22-C0B7-1815-2BEE5BAC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37E4F2-E674-3482-B73D-D2FBE46C5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0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DCF7-6BA6-5998-7C81-F3DF1B9E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803804-A76C-DB8B-36FE-E8FB1C943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8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balaji</dc:creator>
  <cp:lastModifiedBy>A balaji</cp:lastModifiedBy>
  <cp:revision>1</cp:revision>
  <dcterms:created xsi:type="dcterms:W3CDTF">2026-03-11T16:38:37Z</dcterms:created>
  <dcterms:modified xsi:type="dcterms:W3CDTF">2026-03-11T17:21:29Z</dcterms:modified>
</cp:coreProperties>
</file>